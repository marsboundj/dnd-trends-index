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10058400"/>
          </a:xfrm>
          <a:prstGeom prst="rect">
            <a:avLst/>
          </a:prstGeom>
          <a:solidFill>
            <a:srgbClr val="E87722"/>
          </a:solidFill>
          <a:ln/>
        </p:spPr>
      </p:sp>
      <p:pic>
        <p:nvPicPr>
          <p:cNvPr id="3" name="Image 0" descr="C:\Users\Yorri\dnd-trends\.claude\worktrees\wonderful-golick-bff5c6\pitch\assets\logos\trusight_logo_4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843784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88720"/>
            <a:ext cx="73152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325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else Trusight does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Palantir is to defense, Trusight is to fantasy IP — the decision layer behind Designers, Marketers, and Licensing.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2240280" cy="5166360"/>
          </a:xfrm>
          <a:prstGeom prst="rect">
            <a:avLst/>
          </a:prstGeom>
          <a:solidFill>
            <a:srgbClr val="1A1A2E"/>
          </a:solidFill>
          <a:ln w="19050">
            <a:solidFill>
              <a:srgbClr val="7AA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971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build next?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5 unmet player fantasies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703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 Sentiment Auditor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4360" y="39776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Reddit + forum classification of Unearthed Arcana playtest reaction. AI Bouncer tags 'math broken' / 'flavor bad' / 'fun to play'. 48-hour signal vs 4-week survey lag.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94360" y="4983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Homebrew Gap Identifier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4360" y="52578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community is patching what you're not shipping. UA + GMBinder + DDB Homebrew velocity by mechanical category — quantitative proof of a rules-gap to fill.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94360" y="6263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Mechanic Demand Detection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4360" y="6537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Cross-stream rising signal for class types, settings, mechanics. Surface 'witch class', 'cozy fantasy', 'tactical horror' demand 12-18 months before mainstream peak.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88920" y="2514600"/>
            <a:ext cx="2240280" cy="5166360"/>
          </a:xfrm>
          <a:prstGeom prst="rect">
            <a:avLst/>
          </a:prstGeom>
          <a:solidFill>
            <a:srgbClr val="1A1A2E"/>
          </a:solidFill>
          <a:ln w="19050">
            <a:solidFill>
              <a:srgbClr val="D9A6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MARKETERS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926080" y="2971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sells, and how do we say it?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2608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Trial-balloon reception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26080" y="3703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Trial-Balloon Reception  ★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926080" y="39776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Daily-cadence community sentiment. When a strategic move goes public — a partnership announcement, a policy direction, a product strategy shift — Trusight surfaces the community's read within 24 hours, before commitment. Not a crisis monitor; a trial-balloon detector.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926080" y="4983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ROI Attribution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6080" y="52578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that Critical Role / Dimension 20 sponsorship actually move product? Track Google Trends + Fandom + DDB lookup velocity around the specific monsters / modules used in the episode.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26080" y="6263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A6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 Segmentation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926080" y="6537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AO3-heavy vs Reddit-heavy vs BGG-heavy IPs map to narrative-fan / mechanics-fan / buyer segments. Tailor channel mix by where each IP's fans actually live.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120640" y="2514600"/>
            <a:ext cx="2240280" cy="5166360"/>
          </a:xfrm>
          <a:prstGeom prst="rect">
            <a:avLst/>
          </a:prstGeom>
          <a:solidFill>
            <a:srgbClr val="1A1A2E"/>
          </a:solidFill>
          <a:ln w="19050">
            <a:solidFill>
              <a:srgbClr val="5FDC7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25780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&amp; LICENSING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257800" y="29718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acquire?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257800" y="3264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12-18 month forecasting radar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57800" y="37033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UB Matrix (the IP Decision Engine)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257800" y="39776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candidate IPs scored on Fit / Reception / Acquisition / Commercial. See companion one-pager — Hollow Knight rises, Spy × Family falls. Cross-source triangulation rules out single-source noise.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257800" y="4983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Buyers-Remorse Landmine Detector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57800" y="525780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BGG board-game adaptation reception + AO3 zero-crossover signal flag IPs that look great on paper but the tabletop community will reject. Saves 7-figure licensing fees on Walking-Dead-tier risks.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257800" y="62636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DC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Reverse-Funnel Acquirer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257800" y="6537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non-D&amp;D IP subreddits for 'D&amp;D' / '5e' / 'campaign' mentions. Surfaces communities pre-converted to D&amp;D — near-zero CAC targets like Hollow Knight or Dungeon Crawler Carl.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7818120"/>
            <a:ext cx="6858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790956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MAPS TO HASBRO'S PLAYING-TO-WIN STRATEGY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94360" y="82021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Profitable Franchises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4360" y="84124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D&amp;D-segment health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267712" y="82021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Aging Up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267712" y="84124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kidult-tier engagement signal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941064" y="82021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&amp; Direct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3941064" y="84124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 / VTT signal layer + APIs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614416" y="820216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Scaled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614416" y="841248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Matrix de-risks every license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9006840"/>
            <a:ext cx="6858000" cy="36576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8" name="Text 45"/>
          <p:cNvSpPr/>
          <p:nvPr/>
        </p:nvSpPr>
        <p:spPr>
          <a:xfrm>
            <a:off x="457200" y="91440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 LIVE SIGNAL STREAMS</a:t>
            </a:r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8-STAGE BIGQUERY PIPELINE</a:t>
            </a:r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  · 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E877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BOUNCER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57200" y="9418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 as Snowflake Secure Share into your Looker dashboards. No new BI tool.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57200" y="97109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 Trubbel  ·  </a:t>
            </a:r>
            <a:pPr algn="ctr" indent="0" marL="0">
              <a:buNone/>
            </a:pPr>
            <a:r>
              <a:rPr lang="en-US" sz="11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phil@trusightdata.ai</a:t>
            </a:r>
            <a:pPr algn="ctr" indent="0" marL="0">
              <a:buNone/>
            </a:pPr>
            <a:r>
              <a:rPr lang="en-US" sz="1100" dirty="0">
                <a:solidFill>
                  <a:srgbClr val="E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trusightdata.ai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Trusight — Capability Sweep</dc:title>
  <dc:subject>PptxGenJS Presentation</dc:subject>
  <dc:creator>Phil Trubbel (Trusight)</dc:creator>
  <cp:lastModifiedBy>Phil Trubbel (Trusight)</cp:lastModifiedBy>
  <cp:revision>1</cp:revision>
  <dcterms:created xsi:type="dcterms:W3CDTF">2026-05-13T18:31:50Z</dcterms:created>
  <dcterms:modified xsi:type="dcterms:W3CDTF">2026-05-13T18:31:50Z</dcterms:modified>
</cp:coreProperties>
</file>